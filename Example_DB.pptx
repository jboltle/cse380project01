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F6BA-2105-17D9-8264-042710A64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FE7C2-B6AF-9EAB-4B2D-5ED44CAC2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122C-88A6-A0A5-4CCA-9EF8ED06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95B0B-5310-9AC0-C025-0702EF59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6A312-7FDA-1181-D146-501DA28B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9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11BE-8F08-1CC9-4B04-AABBF6A20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DFED-7480-3E77-E05D-47CACC9D3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D6911-16C2-40A2-A125-16D04603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8B5B-B74F-83B0-305B-9A51496F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3DF9-FE51-0FA4-2B8E-987D2B4C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0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55F9-54C0-A2ED-A46B-D3578C36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9E185-2DF2-F46A-A2CF-020C4E04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6EE24-2E69-F633-5D96-CCE2C40FB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5A54-5041-980A-D7FB-6806E35E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20F0C-DA23-F78F-7662-A749DCC9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8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31C0-D8C2-8CF6-44CF-FC85CAC8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CBBB4-5681-DE5B-A8F8-829D3C7DC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8D058-CA4B-9F96-1E40-A1087D95B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63F47-C42B-2FB8-43F1-083F0C35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2471-B9C2-3F78-EF74-60076F3F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E61A4-1D89-DAA9-47D5-42D2D1A6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3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69D1-6C79-4DBD-0A30-969BFC3B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880DC-C1B6-1F79-BD16-C68243F13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CC1D6-DDA7-22B7-8E11-A289D532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FF08F-9A25-5CD9-05FD-64203FDF5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B9068-FECC-5844-0C02-13BEA1980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E7C7B-E9BA-0986-2E36-BC71B001A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1447E4-0222-427E-DB53-2087C6A4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808F0-628F-5246-4C69-A90391AD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0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40939-72BA-FB85-0C29-975ABB46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9DCA6D-47AC-DDAD-D6B4-34DDB477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0B79-5F5B-CFF2-D992-E99AB548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1DDAC-5C2C-DE05-E0E3-217408AC7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4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8CF14-6951-ED43-F2CF-BD599139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FB107-1AB1-13BA-C853-FF76667A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2BE9-A83A-ACCF-7273-409FC83C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8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621E-602E-40A3-FBAE-BE3B26F91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EF093-38E0-F9CE-0B54-DD05D975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FF539-B626-02CC-E0BA-C3EF5F4BA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FB9E1-FCD4-54DC-D89A-52C484AC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4444-9A5A-E79E-C8A6-062BA90A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8215C-2BFB-B95C-8984-A1976006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6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7928-A2A8-DE91-1735-AD2D73E2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7FBD8-4075-F46E-FDE9-A367CC76E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791A5-8D30-A2FD-DD06-24076569A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DE370-5D9A-114F-8542-187575FB7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F8A98-6768-C8B8-E285-12A52BC3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B46EC-1AE8-6C91-0B98-6451D11B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4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ADFB-291F-3FEB-E84F-DC766C05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596FC-9722-679A-3EC0-528BE4D6A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675F2-A992-8C51-15BD-3E48A347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900E5-D315-B854-5FCE-E270F102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F88F6-91C7-E332-EE59-FFCC0DB1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8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55E86-947F-DCCC-F3D7-1ED8A02C2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A9816-3724-3452-425E-6A29706E5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164D6-797F-640C-6E5B-1292DDF3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0FE36-8341-5BA1-5A4A-92B44CBE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FE3A-95C8-DD4C-61F6-603A3458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1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A57B7-EBD3-41F7-3268-DFAFDC84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D9355-B7F5-78C7-4F21-DA5212E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789F2-FCD5-C13F-4299-FC88289DD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D01A1-28F4-C845-95D4-3F01BDED9CD5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52518-2E2A-EBD8-D4E9-440B6E119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29A49-B373-79DB-ED69-AC0B747C4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4C09C-38B3-3546-B130-3FB22B4BA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4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5A3082-818A-E3D2-D200-721786052222}"/>
              </a:ext>
            </a:extLst>
          </p:cNvPr>
          <p:cNvSpPr/>
          <p:nvPr/>
        </p:nvSpPr>
        <p:spPr>
          <a:xfrm>
            <a:off x="740229" y="598714"/>
            <a:ext cx="2427514" cy="9470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Entity Set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1B2AA2-127B-ED78-48A3-01B8DCC088B0}"/>
              </a:ext>
            </a:extLst>
          </p:cNvPr>
          <p:cNvSpPr/>
          <p:nvPr/>
        </p:nvSpPr>
        <p:spPr>
          <a:xfrm>
            <a:off x="4060371" y="625927"/>
            <a:ext cx="2427515" cy="89262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Attribute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FD5EA2-6FA3-03CF-1D5C-5C7A30AE5653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3167743" y="1072242"/>
            <a:ext cx="89262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riangle 8">
            <a:extLst>
              <a:ext uri="{FF2B5EF4-FFF2-40B4-BE49-F238E27FC236}">
                <a16:creationId xmlns:a16="http://schemas.microsoft.com/office/drawing/2014/main" id="{F9CD4598-9E48-1F4D-81E2-AFCCAC3E9C8B}"/>
              </a:ext>
            </a:extLst>
          </p:cNvPr>
          <p:cNvSpPr/>
          <p:nvPr/>
        </p:nvSpPr>
        <p:spPr>
          <a:xfrm>
            <a:off x="1447800" y="2079171"/>
            <a:ext cx="1012371" cy="1132115"/>
          </a:xfrm>
          <a:prstGeom prst="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isa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3CE640-524E-3937-1235-94E76B32B398}"/>
              </a:ext>
            </a:extLst>
          </p:cNvPr>
          <p:cNvSpPr/>
          <p:nvPr/>
        </p:nvSpPr>
        <p:spPr>
          <a:xfrm>
            <a:off x="740229" y="3973285"/>
            <a:ext cx="2427514" cy="9470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subclass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60EEFF-AA12-092E-FD3A-81B4265719AA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1953986" y="1545771"/>
            <a:ext cx="0" cy="533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AAB3A8-D838-16AA-A895-13AE6723D53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926771" y="3211286"/>
            <a:ext cx="27215" cy="761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>
            <a:extLst>
              <a:ext uri="{FF2B5EF4-FFF2-40B4-BE49-F238E27FC236}">
                <a16:creationId xmlns:a16="http://schemas.microsoft.com/office/drawing/2014/main" id="{B60BA97E-5470-B19A-A518-A02F9FFDBF1D}"/>
              </a:ext>
            </a:extLst>
          </p:cNvPr>
          <p:cNvSpPr/>
          <p:nvPr/>
        </p:nvSpPr>
        <p:spPr>
          <a:xfrm>
            <a:off x="4299857" y="2394855"/>
            <a:ext cx="2280558" cy="1491347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Relationship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BD95D-B450-C550-99D3-C69B700660DC}"/>
              </a:ext>
            </a:extLst>
          </p:cNvPr>
          <p:cNvSpPr/>
          <p:nvPr/>
        </p:nvSpPr>
        <p:spPr>
          <a:xfrm>
            <a:off x="8741229" y="2737757"/>
            <a:ext cx="2427514" cy="9470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Entity Set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30247B-9F85-F520-5A9A-0DC940FBFD3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167743" y="1545771"/>
            <a:ext cx="1132114" cy="15947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1F3E04-5BD3-AE9E-CDF2-03D2855451D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580415" y="3096988"/>
            <a:ext cx="2160814" cy="1142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65F3FF-5534-77D0-8CF7-AF6377720092}"/>
              </a:ext>
            </a:extLst>
          </p:cNvPr>
          <p:cNvCxnSpPr/>
          <p:nvPr/>
        </p:nvCxnSpPr>
        <p:spPr>
          <a:xfrm>
            <a:off x="7990114" y="5105400"/>
            <a:ext cx="17526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FB0CD5-56FF-766C-810A-2400E2E2A96F}"/>
              </a:ext>
            </a:extLst>
          </p:cNvPr>
          <p:cNvCxnSpPr>
            <a:cxnSpLocks/>
          </p:cNvCxnSpPr>
          <p:nvPr/>
        </p:nvCxnSpPr>
        <p:spPr>
          <a:xfrm>
            <a:off x="7990114" y="4288971"/>
            <a:ext cx="1752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1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Klevering, Griffin</dc:creator>
  <cp:lastModifiedBy>Klevering, Griffin</cp:lastModifiedBy>
  <cp:revision>1</cp:revision>
  <dcterms:created xsi:type="dcterms:W3CDTF">2026-10-15T14:59:17Z</dcterms:created>
  <dcterms:modified xsi:type="dcterms:W3CDTF">2026-10-15T15:09:19Z</dcterms:modified>
</cp:coreProperties>
</file>